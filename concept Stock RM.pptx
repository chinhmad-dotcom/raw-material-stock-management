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DD9E-9F61-EC6C-72A1-5073CBEA9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35304-2F4A-5542-EF5E-FC74E7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F1A7A-0A1B-41F5-DC1B-7444ADED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F7EFA-21B4-E938-41F6-336D53FE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FE40D-5E98-0ECD-27C4-0AB0D3E3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C298-5692-B0CD-E68B-24CBBD58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A11F6-A96B-43C1-20DF-D85539F7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E1941-AF7B-1795-D1BD-66B2BC96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ADDF-F990-82E5-6655-248EF4CE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2AAB-ECEB-DE6E-AA9C-5FF180DD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0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FC8E-44AB-9CAD-3EBC-F4D47686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864F5-3AA9-6C65-AA05-C76E22EE0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75273-12E7-549A-E88D-1221BFA27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04DB9-25DD-FE9A-69F1-1830254F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C803E-AD51-338B-F8D8-BA7A376D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5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D48E-8671-01FC-320C-1B68A039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F891-1F9C-7BDB-D22C-DCFE6FE69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F238-B076-B023-C53E-5F77D770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81185-4BB0-3FE0-81D1-DBC86DCB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2BD97-FEE0-8330-87D2-1BFAC3F5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FD215-8D1C-1F41-0B98-796711B2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1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3929-3169-C6F4-A862-B3367C91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A7F63-9429-C814-9B1F-4906895BB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71CAB-E698-8122-9F6A-03D8CEB1B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6A5E0-02B2-5428-2549-6BD83FBE6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B1C85-1D9B-46E1-6436-9205AC5B5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12925-202E-8FD3-C214-969FEA13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06B2F-768C-92C2-87F8-CDA9CF38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1A94F-7C45-0DD6-5694-D099E30C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52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8D71-8A99-A5D0-3FDF-EF3584CA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450DF-1E3C-F0E2-9A5A-6C8A434C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565A7-A23B-286C-BC43-97059F32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FB0D0-FE64-3736-949F-8FA79450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3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84F60-7F90-1364-3E28-7889382F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1CB74-494F-8293-1B97-FBE0E161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9068A-826A-3CF5-C13B-D39966FB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6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A586-6DA2-39CC-FE42-B62B40D2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C02ED-C202-6B1D-98DE-6F0181C60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F3B9D-CF49-DB16-5591-875AF54D8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0CA76-032A-5441-80B8-5D45EA43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05028-0E58-BD22-C180-A89D038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5A459-2BB0-3B87-48EC-905D88F4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8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D2CE-1756-D3D7-1CDA-C39266A1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FFFA8-5E78-AFE8-0A69-3F47EC773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AEB0A-4CDE-3330-86E6-930F2AD65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D1B64-CFB6-1E2A-0922-5D83DF87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23E8D-2140-7364-6AED-3CEFE69D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A819C-DCB4-BF70-D08A-2E984BA1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C81B-7132-6B74-315D-860381F4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6A17B-16A7-BC24-FC9A-B6AC2EECC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38A0-E4E4-A8E9-44A8-3C14487E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8822E-7E22-A80B-7F8A-FDE60FDA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835A3-11C8-83B8-062D-BAF32146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0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78C50-682E-F305-067B-42E9F6944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ED37C-1156-6B60-7929-49EAFC92A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1B417-5C8E-55B9-9024-57A371E0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C0D9F-09A2-BB6B-F00A-74CF70D61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EA736-B992-AA80-4A98-C86991DB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2E9489-1F67-339F-FB37-D1B9B58E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7EFC9-61D4-DEDA-72FF-D864C8B00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B4536-34F5-EE0A-C599-73559E706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C65FA-31A8-4D55-B7BD-E994E30F24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98BD0-863D-1CAA-D964-0FF39D0F5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A8658-FE2C-754C-4FBE-797929BBF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7A868-B2BB-4D51-8B0B-AD51FA8A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1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DA1E0D-43ED-3276-4CA0-395B7AEB2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319"/>
            <a:ext cx="9144000" cy="490278"/>
          </a:xfrm>
        </p:spPr>
        <p:txBody>
          <a:bodyPr/>
          <a:lstStyle/>
          <a:p>
            <a:r>
              <a:rPr lang="en-US" dirty="0"/>
              <a:t>RM Stock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5499C0EC-2FAD-FDDC-C286-1E6168EF1385}"/>
              </a:ext>
            </a:extLst>
          </p:cNvPr>
          <p:cNvSpPr/>
          <p:nvPr/>
        </p:nvSpPr>
        <p:spPr>
          <a:xfrm>
            <a:off x="-1" y="989350"/>
            <a:ext cx="2833140" cy="521657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overview</a:t>
            </a:r>
          </a:p>
          <a:p>
            <a:r>
              <a:rPr lang="en-US" dirty="0"/>
              <a:t>Stock Silo</a:t>
            </a:r>
          </a:p>
          <a:p>
            <a:r>
              <a:rPr lang="en-US" dirty="0"/>
              <a:t>Stock Kho</a:t>
            </a:r>
          </a:p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silo</a:t>
            </a:r>
          </a:p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kho</a:t>
            </a:r>
            <a:endParaRPr lang="en-US" dirty="0"/>
          </a:p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stock daily</a:t>
            </a:r>
          </a:p>
          <a:p>
            <a:r>
              <a:rPr lang="en-US" dirty="0"/>
              <a:t>Load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CA90F209-D0D8-BD19-CA54-B886C05F285C}"/>
              </a:ext>
            </a:extLst>
          </p:cNvPr>
          <p:cNvSpPr/>
          <p:nvPr/>
        </p:nvSpPr>
        <p:spPr>
          <a:xfrm>
            <a:off x="2833140" y="989350"/>
            <a:ext cx="9144000" cy="521657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overview</a:t>
            </a:r>
          </a:p>
          <a:p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A3B8224-3818-89CC-8FE8-6E201B7C5140}"/>
              </a:ext>
            </a:extLst>
          </p:cNvPr>
          <p:cNvSpPr/>
          <p:nvPr/>
        </p:nvSpPr>
        <p:spPr>
          <a:xfrm>
            <a:off x="2890598" y="1499016"/>
            <a:ext cx="4304681" cy="26382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Silo:</a:t>
            </a:r>
          </a:p>
          <a:p>
            <a:r>
              <a:rPr lang="en-US" dirty="0"/>
              <a:t>DDGS: 300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RBF: 400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Corn : 4000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………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BFD42BA-F713-5EDC-1271-5B3DE24B37D2}"/>
              </a:ext>
            </a:extLst>
          </p:cNvPr>
          <p:cNvSpPr/>
          <p:nvPr/>
        </p:nvSpPr>
        <p:spPr>
          <a:xfrm>
            <a:off x="7450112" y="1514006"/>
            <a:ext cx="4417104" cy="26382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Kho:</a:t>
            </a:r>
          </a:p>
          <a:p>
            <a:r>
              <a:rPr lang="en-US" dirty="0" err="1"/>
              <a:t>Mycocurb</a:t>
            </a:r>
            <a:r>
              <a:rPr lang="en-US" dirty="0"/>
              <a:t>: 100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CH75: 200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 err="1"/>
              <a:t>Betafin</a:t>
            </a:r>
            <a:r>
              <a:rPr lang="en-US" dirty="0"/>
              <a:t> : 500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………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420F889-44B1-E9C5-0E61-F7C963482702}"/>
              </a:ext>
            </a:extLst>
          </p:cNvPr>
          <p:cNvSpPr/>
          <p:nvPr/>
        </p:nvSpPr>
        <p:spPr>
          <a:xfrm>
            <a:off x="2933074" y="4377129"/>
            <a:ext cx="9044066" cy="1633928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báo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>
                <a:solidFill>
                  <a:srgbClr val="C00000"/>
                </a:solidFill>
              </a:rPr>
              <a:t>Silo 34 </a:t>
            </a:r>
            <a:r>
              <a:rPr lang="en-US" dirty="0" err="1">
                <a:solidFill>
                  <a:srgbClr val="C00000"/>
                </a:solidFill>
              </a:rPr>
              <a:t>quá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ngày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tuổi</a:t>
            </a:r>
            <a:r>
              <a:rPr lang="en-US" dirty="0">
                <a:solidFill>
                  <a:srgbClr val="C00000"/>
                </a:solidFill>
              </a:rPr>
              <a:t> 60/45</a:t>
            </a:r>
          </a:p>
          <a:p>
            <a:r>
              <a:rPr lang="en-US" dirty="0">
                <a:solidFill>
                  <a:srgbClr val="C00000"/>
                </a:solidFill>
              </a:rPr>
              <a:t>Nguyên </a:t>
            </a:r>
            <a:r>
              <a:rPr lang="en-US" dirty="0" err="1">
                <a:solidFill>
                  <a:srgbClr val="C00000"/>
                </a:solidFill>
              </a:rPr>
              <a:t>liệu</a:t>
            </a:r>
            <a:r>
              <a:rPr lang="en-US" dirty="0">
                <a:solidFill>
                  <a:srgbClr val="C00000"/>
                </a:solidFill>
              </a:rPr>
              <a:t> DDGS stock </a:t>
            </a:r>
            <a:r>
              <a:rPr lang="en-US" dirty="0" err="1">
                <a:solidFill>
                  <a:srgbClr val="C00000"/>
                </a:solidFill>
              </a:rPr>
              <a:t>thấp</a:t>
            </a:r>
            <a:r>
              <a:rPr lang="en-US" dirty="0">
                <a:solidFill>
                  <a:srgbClr val="C00000"/>
                </a:solidFill>
              </a:rPr>
              <a:t> 2 Day On Hand</a:t>
            </a:r>
          </a:p>
          <a:p>
            <a:r>
              <a:rPr lang="en-US" dirty="0"/>
              <a:t>………</a:t>
            </a:r>
          </a:p>
        </p:txBody>
      </p:sp>
    </p:spTree>
    <p:extLst>
      <p:ext uri="{BB962C8B-B14F-4D97-AF65-F5344CB8AC3E}">
        <p14:creationId xmlns:p14="http://schemas.microsoft.com/office/powerpoint/2010/main" val="418041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7C2A-6E02-CAB6-BE98-9E1791AA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FC3B03-1FD8-0E61-0792-EF05675C7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319"/>
            <a:ext cx="9144000" cy="490278"/>
          </a:xfrm>
        </p:spPr>
        <p:txBody>
          <a:bodyPr/>
          <a:lstStyle/>
          <a:p>
            <a:r>
              <a:rPr lang="en-US" dirty="0"/>
              <a:t>RM Stock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F8B71C6A-D0E1-220E-9233-1ECBEC0D879D}"/>
              </a:ext>
            </a:extLst>
          </p:cNvPr>
          <p:cNvSpPr/>
          <p:nvPr/>
        </p:nvSpPr>
        <p:spPr>
          <a:xfrm>
            <a:off x="-1" y="989350"/>
            <a:ext cx="2833140" cy="521657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overview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Stock Silo</a:t>
            </a:r>
          </a:p>
          <a:p>
            <a:r>
              <a:rPr lang="en-US" dirty="0"/>
              <a:t>Stock Kho</a:t>
            </a:r>
          </a:p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silo</a:t>
            </a:r>
          </a:p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kho</a:t>
            </a:r>
            <a:endParaRPr lang="en-US" dirty="0"/>
          </a:p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stock daily</a:t>
            </a:r>
          </a:p>
          <a:p>
            <a:r>
              <a:rPr lang="en-US" dirty="0"/>
              <a:t>Load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07E15D4-5C5E-9D33-91DC-63A0F7E33A70}"/>
              </a:ext>
            </a:extLst>
          </p:cNvPr>
          <p:cNvSpPr/>
          <p:nvPr/>
        </p:nvSpPr>
        <p:spPr>
          <a:xfrm>
            <a:off x="2833140" y="989350"/>
            <a:ext cx="9144000" cy="521657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/>
              <a:t>Stocksilo</a:t>
            </a:r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F48E78-5F25-3C1B-5307-49F74D8C2EB2}"/>
              </a:ext>
            </a:extLst>
          </p:cNvPr>
          <p:cNvSpPr/>
          <p:nvPr/>
        </p:nvSpPr>
        <p:spPr>
          <a:xfrm>
            <a:off x="3222885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76F0E-0281-0045-6783-84388CFC4CC7}"/>
              </a:ext>
            </a:extLst>
          </p:cNvPr>
          <p:cNvSpPr/>
          <p:nvPr/>
        </p:nvSpPr>
        <p:spPr>
          <a:xfrm>
            <a:off x="3612630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3FDA9-45FE-2B6B-BE92-BCCB7F69906F}"/>
              </a:ext>
            </a:extLst>
          </p:cNvPr>
          <p:cNvSpPr/>
          <p:nvPr/>
        </p:nvSpPr>
        <p:spPr>
          <a:xfrm>
            <a:off x="4002375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6876AA-E241-65AA-FBB1-A113A1C8FA04}"/>
              </a:ext>
            </a:extLst>
          </p:cNvPr>
          <p:cNvSpPr/>
          <p:nvPr/>
        </p:nvSpPr>
        <p:spPr>
          <a:xfrm>
            <a:off x="4392120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EE43F3-132A-A43C-7494-E068FB2291D3}"/>
              </a:ext>
            </a:extLst>
          </p:cNvPr>
          <p:cNvSpPr/>
          <p:nvPr/>
        </p:nvSpPr>
        <p:spPr>
          <a:xfrm>
            <a:off x="4774371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108CA-85FD-ADE3-FEAA-31C875BDD398}"/>
              </a:ext>
            </a:extLst>
          </p:cNvPr>
          <p:cNvSpPr/>
          <p:nvPr/>
        </p:nvSpPr>
        <p:spPr>
          <a:xfrm>
            <a:off x="5164116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80A66-B190-1E26-DE9E-D66E37DB45BC}"/>
              </a:ext>
            </a:extLst>
          </p:cNvPr>
          <p:cNvSpPr/>
          <p:nvPr/>
        </p:nvSpPr>
        <p:spPr>
          <a:xfrm>
            <a:off x="5553861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40A09F-77B9-2DFE-9A8F-4F08F124F2A6}"/>
              </a:ext>
            </a:extLst>
          </p:cNvPr>
          <p:cNvSpPr/>
          <p:nvPr/>
        </p:nvSpPr>
        <p:spPr>
          <a:xfrm>
            <a:off x="5943606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C6AA07-F104-2578-A110-326BD7EE3C14}"/>
              </a:ext>
            </a:extLst>
          </p:cNvPr>
          <p:cNvSpPr/>
          <p:nvPr/>
        </p:nvSpPr>
        <p:spPr>
          <a:xfrm>
            <a:off x="3222885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1AAC4C-7CEE-5DDE-2793-7F37012287E2}"/>
              </a:ext>
            </a:extLst>
          </p:cNvPr>
          <p:cNvSpPr/>
          <p:nvPr/>
        </p:nvSpPr>
        <p:spPr>
          <a:xfrm>
            <a:off x="3612630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CD8E5D-3557-EDC1-08CA-A7DB79316E44}"/>
              </a:ext>
            </a:extLst>
          </p:cNvPr>
          <p:cNvSpPr/>
          <p:nvPr/>
        </p:nvSpPr>
        <p:spPr>
          <a:xfrm>
            <a:off x="4002375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646ABA-7B14-8214-574D-1915D3A7C334}"/>
              </a:ext>
            </a:extLst>
          </p:cNvPr>
          <p:cNvSpPr/>
          <p:nvPr/>
        </p:nvSpPr>
        <p:spPr>
          <a:xfrm>
            <a:off x="4392120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23B29A-923A-53D2-0CDE-670131695F92}"/>
              </a:ext>
            </a:extLst>
          </p:cNvPr>
          <p:cNvSpPr/>
          <p:nvPr/>
        </p:nvSpPr>
        <p:spPr>
          <a:xfrm>
            <a:off x="4774371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21CF4A-F4A1-3156-15CF-430D72E96A02}"/>
              </a:ext>
            </a:extLst>
          </p:cNvPr>
          <p:cNvSpPr/>
          <p:nvPr/>
        </p:nvSpPr>
        <p:spPr>
          <a:xfrm>
            <a:off x="5164116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915D9F-1087-F1F3-EF18-BE2BBF37B340}"/>
              </a:ext>
            </a:extLst>
          </p:cNvPr>
          <p:cNvSpPr/>
          <p:nvPr/>
        </p:nvSpPr>
        <p:spPr>
          <a:xfrm>
            <a:off x="5553861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FCEF4E-EC96-C23B-46C7-765967BCC3B6}"/>
              </a:ext>
            </a:extLst>
          </p:cNvPr>
          <p:cNvSpPr/>
          <p:nvPr/>
        </p:nvSpPr>
        <p:spPr>
          <a:xfrm>
            <a:off x="5943606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44B1E7-FC86-E8DE-6834-DA593CA6ABE2}"/>
              </a:ext>
            </a:extLst>
          </p:cNvPr>
          <p:cNvSpPr/>
          <p:nvPr/>
        </p:nvSpPr>
        <p:spPr>
          <a:xfrm>
            <a:off x="3222885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1325A2-F8E4-12AF-00B9-EE1C397BAA16}"/>
              </a:ext>
            </a:extLst>
          </p:cNvPr>
          <p:cNvSpPr/>
          <p:nvPr/>
        </p:nvSpPr>
        <p:spPr>
          <a:xfrm>
            <a:off x="3612630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994EE1-D92F-B57E-19C0-BE93B4BB68CB}"/>
              </a:ext>
            </a:extLst>
          </p:cNvPr>
          <p:cNvSpPr/>
          <p:nvPr/>
        </p:nvSpPr>
        <p:spPr>
          <a:xfrm>
            <a:off x="4002375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6A244F-A193-06A2-9714-50E88912E56E}"/>
              </a:ext>
            </a:extLst>
          </p:cNvPr>
          <p:cNvSpPr/>
          <p:nvPr/>
        </p:nvSpPr>
        <p:spPr>
          <a:xfrm>
            <a:off x="4392120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EF5F5D-0319-FB98-C2E5-C1DB6BA891DE}"/>
              </a:ext>
            </a:extLst>
          </p:cNvPr>
          <p:cNvSpPr/>
          <p:nvPr/>
        </p:nvSpPr>
        <p:spPr>
          <a:xfrm>
            <a:off x="4774371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C413F9-48BD-D8F9-8477-B11AC29EFA7A}"/>
              </a:ext>
            </a:extLst>
          </p:cNvPr>
          <p:cNvSpPr/>
          <p:nvPr/>
        </p:nvSpPr>
        <p:spPr>
          <a:xfrm>
            <a:off x="5164116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AADBB6-66E3-F94B-857A-5059404B997A}"/>
              </a:ext>
            </a:extLst>
          </p:cNvPr>
          <p:cNvSpPr/>
          <p:nvPr/>
        </p:nvSpPr>
        <p:spPr>
          <a:xfrm>
            <a:off x="5553861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66342E-645B-4965-ED00-0F5E642FCB8B}"/>
              </a:ext>
            </a:extLst>
          </p:cNvPr>
          <p:cNvSpPr/>
          <p:nvPr/>
        </p:nvSpPr>
        <p:spPr>
          <a:xfrm>
            <a:off x="5943606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0898FE-DCD1-59C8-4545-74B1C3574C8D}"/>
              </a:ext>
            </a:extLst>
          </p:cNvPr>
          <p:cNvSpPr/>
          <p:nvPr/>
        </p:nvSpPr>
        <p:spPr>
          <a:xfrm>
            <a:off x="3222885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A19620-EA38-063A-8D1F-954D6562EB0A}"/>
              </a:ext>
            </a:extLst>
          </p:cNvPr>
          <p:cNvSpPr/>
          <p:nvPr/>
        </p:nvSpPr>
        <p:spPr>
          <a:xfrm>
            <a:off x="3612630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1F00AD-5F81-583D-ED8E-798C0053DD96}"/>
              </a:ext>
            </a:extLst>
          </p:cNvPr>
          <p:cNvSpPr/>
          <p:nvPr/>
        </p:nvSpPr>
        <p:spPr>
          <a:xfrm>
            <a:off x="4002375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693EB3-17E6-8CE3-6236-D96900FE04A6}"/>
              </a:ext>
            </a:extLst>
          </p:cNvPr>
          <p:cNvSpPr/>
          <p:nvPr/>
        </p:nvSpPr>
        <p:spPr>
          <a:xfrm>
            <a:off x="4392120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D1EDCF-30A0-DCEA-92D3-06DDAF2B57C5}"/>
              </a:ext>
            </a:extLst>
          </p:cNvPr>
          <p:cNvSpPr/>
          <p:nvPr/>
        </p:nvSpPr>
        <p:spPr>
          <a:xfrm>
            <a:off x="4774371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DC4F9A-518E-B520-C683-D46AFCFC1BD9}"/>
              </a:ext>
            </a:extLst>
          </p:cNvPr>
          <p:cNvSpPr/>
          <p:nvPr/>
        </p:nvSpPr>
        <p:spPr>
          <a:xfrm>
            <a:off x="5164116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634EB0-6563-2A62-A495-C2679F62337A}"/>
              </a:ext>
            </a:extLst>
          </p:cNvPr>
          <p:cNvSpPr/>
          <p:nvPr/>
        </p:nvSpPr>
        <p:spPr>
          <a:xfrm>
            <a:off x="5553861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DCBB30-11DB-CEC1-D39E-1369C752B4A9}"/>
              </a:ext>
            </a:extLst>
          </p:cNvPr>
          <p:cNvSpPr/>
          <p:nvPr/>
        </p:nvSpPr>
        <p:spPr>
          <a:xfrm>
            <a:off x="5943606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385120-0F9E-ECCD-6161-5D535642D340}"/>
              </a:ext>
            </a:extLst>
          </p:cNvPr>
          <p:cNvSpPr/>
          <p:nvPr/>
        </p:nvSpPr>
        <p:spPr>
          <a:xfrm>
            <a:off x="6638139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01DB41-88AE-52AF-3976-2B9F6B5148AB}"/>
              </a:ext>
            </a:extLst>
          </p:cNvPr>
          <p:cNvSpPr/>
          <p:nvPr/>
        </p:nvSpPr>
        <p:spPr>
          <a:xfrm>
            <a:off x="7027884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99C1A0-3CA8-7085-814A-8DA1307A263B}"/>
              </a:ext>
            </a:extLst>
          </p:cNvPr>
          <p:cNvSpPr/>
          <p:nvPr/>
        </p:nvSpPr>
        <p:spPr>
          <a:xfrm>
            <a:off x="7417629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EE8BBC-0D9B-071D-67C4-D0146E0353F4}"/>
              </a:ext>
            </a:extLst>
          </p:cNvPr>
          <p:cNvSpPr/>
          <p:nvPr/>
        </p:nvSpPr>
        <p:spPr>
          <a:xfrm>
            <a:off x="7807374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0F82E8-522E-2738-855A-1DCD8112FD85}"/>
              </a:ext>
            </a:extLst>
          </p:cNvPr>
          <p:cNvSpPr/>
          <p:nvPr/>
        </p:nvSpPr>
        <p:spPr>
          <a:xfrm>
            <a:off x="8189625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A79E3AC-13AC-772C-AB10-6FB56BB848EB}"/>
              </a:ext>
            </a:extLst>
          </p:cNvPr>
          <p:cNvSpPr/>
          <p:nvPr/>
        </p:nvSpPr>
        <p:spPr>
          <a:xfrm>
            <a:off x="8579370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A1ED0C3-E21F-041C-97AD-850D8A49A2E8}"/>
              </a:ext>
            </a:extLst>
          </p:cNvPr>
          <p:cNvSpPr/>
          <p:nvPr/>
        </p:nvSpPr>
        <p:spPr>
          <a:xfrm>
            <a:off x="8969115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444410-8355-DC88-5399-1F29FC01C50C}"/>
              </a:ext>
            </a:extLst>
          </p:cNvPr>
          <p:cNvSpPr/>
          <p:nvPr/>
        </p:nvSpPr>
        <p:spPr>
          <a:xfrm>
            <a:off x="9358860" y="4467066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990E30-8644-ED2E-815D-5F1F0B572C89}"/>
              </a:ext>
            </a:extLst>
          </p:cNvPr>
          <p:cNvSpPr/>
          <p:nvPr/>
        </p:nvSpPr>
        <p:spPr>
          <a:xfrm>
            <a:off x="6638139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6F646E-BC70-DF3C-2BC4-D7CA7B08EE2B}"/>
              </a:ext>
            </a:extLst>
          </p:cNvPr>
          <p:cNvSpPr/>
          <p:nvPr/>
        </p:nvSpPr>
        <p:spPr>
          <a:xfrm>
            <a:off x="7027884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F12A14-A4B3-C9BE-D039-DE42501C146B}"/>
              </a:ext>
            </a:extLst>
          </p:cNvPr>
          <p:cNvSpPr/>
          <p:nvPr/>
        </p:nvSpPr>
        <p:spPr>
          <a:xfrm>
            <a:off x="7417629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FE8DF8-82F5-95B2-67AE-A88C8208F098}"/>
              </a:ext>
            </a:extLst>
          </p:cNvPr>
          <p:cNvSpPr/>
          <p:nvPr/>
        </p:nvSpPr>
        <p:spPr>
          <a:xfrm>
            <a:off x="7807374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6D6C4F-71C2-CEA7-645F-7B705A11200E}"/>
              </a:ext>
            </a:extLst>
          </p:cNvPr>
          <p:cNvSpPr/>
          <p:nvPr/>
        </p:nvSpPr>
        <p:spPr>
          <a:xfrm>
            <a:off x="8189625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E1C4FB-666A-CF20-1FC3-2B9BFBEF85B5}"/>
              </a:ext>
            </a:extLst>
          </p:cNvPr>
          <p:cNvSpPr/>
          <p:nvPr/>
        </p:nvSpPr>
        <p:spPr>
          <a:xfrm>
            <a:off x="8579370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E77BB4-D4A7-65D1-3B73-00BDCF9F8325}"/>
              </a:ext>
            </a:extLst>
          </p:cNvPr>
          <p:cNvSpPr/>
          <p:nvPr/>
        </p:nvSpPr>
        <p:spPr>
          <a:xfrm>
            <a:off x="8969115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7E1D39-6A6A-53EC-8797-8E63172556FD}"/>
              </a:ext>
            </a:extLst>
          </p:cNvPr>
          <p:cNvSpPr/>
          <p:nvPr/>
        </p:nvSpPr>
        <p:spPr>
          <a:xfrm>
            <a:off x="9358860" y="356765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AF26BD-1E1E-2652-C37E-6131C9690334}"/>
              </a:ext>
            </a:extLst>
          </p:cNvPr>
          <p:cNvSpPr/>
          <p:nvPr/>
        </p:nvSpPr>
        <p:spPr>
          <a:xfrm>
            <a:off x="6638139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8A962CE-9767-E397-EB06-D9ED25C12227}"/>
              </a:ext>
            </a:extLst>
          </p:cNvPr>
          <p:cNvSpPr/>
          <p:nvPr/>
        </p:nvSpPr>
        <p:spPr>
          <a:xfrm>
            <a:off x="7027884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E87F48-BBAD-56F8-7EAB-ECF43CA5E1F4}"/>
              </a:ext>
            </a:extLst>
          </p:cNvPr>
          <p:cNvSpPr/>
          <p:nvPr/>
        </p:nvSpPr>
        <p:spPr>
          <a:xfrm>
            <a:off x="7417629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2CBA94A-D93B-8A1D-8B6B-AF505B8D6FF8}"/>
              </a:ext>
            </a:extLst>
          </p:cNvPr>
          <p:cNvSpPr/>
          <p:nvPr/>
        </p:nvSpPr>
        <p:spPr>
          <a:xfrm>
            <a:off x="7807374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BDB37EE-7CFC-6CA5-102B-B67553D3DA03}"/>
              </a:ext>
            </a:extLst>
          </p:cNvPr>
          <p:cNvSpPr/>
          <p:nvPr/>
        </p:nvSpPr>
        <p:spPr>
          <a:xfrm>
            <a:off x="8189625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0EB810-4D47-ABDB-8E65-BEB8B4F644C8}"/>
              </a:ext>
            </a:extLst>
          </p:cNvPr>
          <p:cNvSpPr/>
          <p:nvPr/>
        </p:nvSpPr>
        <p:spPr>
          <a:xfrm>
            <a:off x="8579370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905D50-0AED-FD3E-C4D6-8E1D4F81BFE3}"/>
              </a:ext>
            </a:extLst>
          </p:cNvPr>
          <p:cNvSpPr/>
          <p:nvPr/>
        </p:nvSpPr>
        <p:spPr>
          <a:xfrm>
            <a:off x="8969115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BE688CF-C4D4-AE24-DD93-B868BC66E7F8}"/>
              </a:ext>
            </a:extLst>
          </p:cNvPr>
          <p:cNvSpPr/>
          <p:nvPr/>
        </p:nvSpPr>
        <p:spPr>
          <a:xfrm>
            <a:off x="9358860" y="256331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6ACA38-E3E1-931E-466D-73BCF0C7C358}"/>
              </a:ext>
            </a:extLst>
          </p:cNvPr>
          <p:cNvSpPr/>
          <p:nvPr/>
        </p:nvSpPr>
        <p:spPr>
          <a:xfrm>
            <a:off x="6638139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EBCBE02-9CBF-410F-F1EC-A22C2A319866}"/>
              </a:ext>
            </a:extLst>
          </p:cNvPr>
          <p:cNvSpPr/>
          <p:nvPr/>
        </p:nvSpPr>
        <p:spPr>
          <a:xfrm>
            <a:off x="7027884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20A0D5C-5257-ACD5-D770-E13315A36DAC}"/>
              </a:ext>
            </a:extLst>
          </p:cNvPr>
          <p:cNvSpPr/>
          <p:nvPr/>
        </p:nvSpPr>
        <p:spPr>
          <a:xfrm>
            <a:off x="7417629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256F69-DCE6-63DB-EB60-98F1CCFEBB79}"/>
              </a:ext>
            </a:extLst>
          </p:cNvPr>
          <p:cNvSpPr/>
          <p:nvPr/>
        </p:nvSpPr>
        <p:spPr>
          <a:xfrm>
            <a:off x="7807374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5F462A-ABA3-FF99-411E-F8F544528A44}"/>
              </a:ext>
            </a:extLst>
          </p:cNvPr>
          <p:cNvSpPr/>
          <p:nvPr/>
        </p:nvSpPr>
        <p:spPr>
          <a:xfrm>
            <a:off x="8189625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468146-15AB-BF8D-0267-980E7D16F843}"/>
              </a:ext>
            </a:extLst>
          </p:cNvPr>
          <p:cNvSpPr/>
          <p:nvPr/>
        </p:nvSpPr>
        <p:spPr>
          <a:xfrm>
            <a:off x="8579370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22E5942-7763-2EC5-981E-6906814B76FC}"/>
              </a:ext>
            </a:extLst>
          </p:cNvPr>
          <p:cNvSpPr/>
          <p:nvPr/>
        </p:nvSpPr>
        <p:spPr>
          <a:xfrm>
            <a:off x="8969115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C3199B-99D0-1587-BC5F-40EB7612447C}"/>
              </a:ext>
            </a:extLst>
          </p:cNvPr>
          <p:cNvSpPr/>
          <p:nvPr/>
        </p:nvSpPr>
        <p:spPr>
          <a:xfrm>
            <a:off x="9358860" y="1558977"/>
            <a:ext cx="254833" cy="629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4EEF50E-EFFB-F455-51ED-BFC64ECE3F7B}"/>
              </a:ext>
            </a:extLst>
          </p:cNvPr>
          <p:cNvSpPr/>
          <p:nvPr/>
        </p:nvSpPr>
        <p:spPr>
          <a:xfrm>
            <a:off x="9818557" y="1558977"/>
            <a:ext cx="2008682" cy="35376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Stock </a:t>
            </a:r>
            <a:r>
              <a:rPr lang="en-US" dirty="0" err="1">
                <a:solidFill>
                  <a:schemeClr val="tx1"/>
                </a:solidFill>
              </a:rPr>
              <a:t>từng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nguyên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/>
              <a:t>DDGS: 300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RBF: 400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Corn : 4000 </a:t>
            </a:r>
            <a:r>
              <a:rPr lang="en-US" dirty="0" err="1"/>
              <a:t>tấn</a:t>
            </a:r>
            <a:endParaRPr lang="en-US" dirty="0"/>
          </a:p>
          <a:p>
            <a:r>
              <a:rPr lang="en-US" dirty="0"/>
              <a:t>………</a:t>
            </a:r>
          </a:p>
        </p:txBody>
      </p:sp>
    </p:spTree>
    <p:extLst>
      <p:ext uri="{BB962C8B-B14F-4D97-AF65-F5344CB8AC3E}">
        <p14:creationId xmlns:p14="http://schemas.microsoft.com/office/powerpoint/2010/main" val="51043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116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Van Chinh</dc:creator>
  <cp:lastModifiedBy>Pham Van Chinh</cp:lastModifiedBy>
  <cp:revision>3</cp:revision>
  <dcterms:created xsi:type="dcterms:W3CDTF">2026-05-25T02:02:41Z</dcterms:created>
  <dcterms:modified xsi:type="dcterms:W3CDTF">2026-05-25T09:37:09Z</dcterms:modified>
</cp:coreProperties>
</file>